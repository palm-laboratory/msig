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embeddedFontLst>
    <p:embeddedFont>
      <p:font typeface="Inter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xmlns="" Id="rId20" Type="http://schemas.openxmlformats.org/officeDocument/2006/relationships/font" Target="fonts/rId2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00225"/>
            <a:ext cx="3238500" cy="154305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800225"/>
            <a:ext cx="3238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복음경제영성 </a:t>
            </a:r>
            <a:endParaRPr lang="en-US" sz="3420" dirty="0"/>
          </a:p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종합 진단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609600" y="3067050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디자인 초안</a:t>
            </a:r>
            <a:endParaRPr lang="en-US" sz="171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1200150"/>
            <a:ext cx="3924300" cy="2738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24062"/>
            <a:ext cx="22860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웹 사이트 </a:t>
            </a:r>
            <a:endParaRPr lang="en-US" sz="3420" dirty="0"/>
          </a:p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페이지 구성</a:t>
            </a:r>
            <a:endParaRPr lang="en-US" sz="3420" dirty="0"/>
          </a:p>
        </p:txBody>
      </p:sp>
      <p:sp>
        <p:nvSpPr>
          <p:cNvPr id="3" name="Shape 1"/>
          <p:cNvSpPr/>
          <p:nvPr/>
        </p:nvSpPr>
        <p:spPr>
          <a:xfrm>
            <a:off x="3390900" y="1728788"/>
            <a:ext cx="2324100" cy="4572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390900" y="1728788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랜딩 페이지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3390900" y="2033588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복음영성경제진단 테스트 소개 페이지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3390900" y="2805113"/>
            <a:ext cx="2324100" cy="6096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390900" y="2805113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문답 페이지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390900" y="3109913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경제 마인드셋 관련 질문에 답하며 나의 복음경제영성 유형을 찾아가는 페이지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6210300" y="1728788"/>
            <a:ext cx="2324100" cy="6096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210300" y="1728788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 분석 로딩 페이지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210300" y="2033588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답변을 토대로 나의 영성 데이터를 분석하는 전환 화면</a:t>
            </a:r>
            <a:endParaRPr lang="en-US" sz="855" dirty="0"/>
          </a:p>
        </p:txBody>
      </p:sp>
      <p:sp>
        <p:nvSpPr>
          <p:cNvPr id="12" name="Shape 10"/>
          <p:cNvSpPr/>
          <p:nvPr/>
        </p:nvSpPr>
        <p:spPr>
          <a:xfrm>
            <a:off x="6210300" y="2805113"/>
            <a:ext cx="2324100" cy="762000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6210300" y="2805113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 페이지</a:t>
            </a:r>
            <a:endParaRPr lang="en-US" sz="1283" dirty="0"/>
          </a:p>
        </p:txBody>
      </p:sp>
      <p:sp>
        <p:nvSpPr>
          <p:cNvPr id="14" name="Text 12"/>
          <p:cNvSpPr/>
          <p:nvPr/>
        </p:nvSpPr>
        <p:spPr>
          <a:xfrm>
            <a:off x="6210300" y="3109913"/>
            <a:ext cx="232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나와 닮은 성경 인물 유형, 6대 역량 분석, 8대 경제장애 위험도, MSIG 행동 프로파일을 종합적으로 확인하는 페이지</a:t>
            </a:r>
            <a:endParaRPr lang="en-US" sz="85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986213"/>
            <a:ext cx="5715000" cy="5476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3986213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랜딩 페이지</a:t>
            </a:r>
            <a:endParaRPr lang="en-US" sz="342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25220" t="0" b="0"/>
          <a:stretch/>
        </p:blipFill>
        <p:spPr>
          <a:xfrm>
            <a:off x="3995738" y="485775"/>
            <a:ext cx="5148263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125" y="357188"/>
            <a:ext cx="3442288" cy="20859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125" y="2700338"/>
            <a:ext cx="3442288" cy="20859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86350" y="357188"/>
            <a:ext cx="3442288" cy="20859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86350" y="2700338"/>
            <a:ext cx="3442288" cy="208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1513" y="1095375"/>
            <a:ext cx="1437959" cy="295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61871" y="1095375"/>
            <a:ext cx="1437959" cy="29514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52230" y="1095375"/>
            <a:ext cx="1437959" cy="295148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42589" y="1095375"/>
            <a:ext cx="1437959" cy="295148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032947" y="1095375"/>
            <a:ext cx="1437959" cy="295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295525"/>
            <a:ext cx="3238500" cy="5476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295525"/>
            <a:ext cx="32385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문답 페이지</a:t>
            </a:r>
            <a:endParaRPr lang="en-US" sz="342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24546" t="0" b="0"/>
          <a:stretch/>
        </p:blipFill>
        <p:spPr>
          <a:xfrm>
            <a:off x="4257675" y="609600"/>
            <a:ext cx="4886325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28825" y="1581150"/>
            <a:ext cx="1437959" cy="295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0" y="1685925"/>
            <a:ext cx="4533133" cy="27470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5775" y="490538"/>
            <a:ext cx="5715000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1"/>
              </a:lnSpc>
              <a:buNone/>
            </a:pPr>
            <a:r>
              <a:rPr lang="en-US" sz="2992" b="1" spc="-6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1. 6대 인물 역량 </a:t>
            </a:r>
            <a:endParaRPr lang="en-US" sz="299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28825" y="1581150"/>
            <a:ext cx="1437959" cy="2951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0" y="1685925"/>
            <a:ext cx="4533132" cy="27470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5775" y="490538"/>
            <a:ext cx="5715000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1"/>
              </a:lnSpc>
              <a:buNone/>
            </a:pPr>
            <a:r>
              <a:rPr lang="en-US" sz="2992" b="1" spc="-6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2. 8대 경제 위험도</a:t>
            </a:r>
            <a:endParaRPr lang="en-US" sz="299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28825" y="1581150"/>
            <a:ext cx="1437959" cy="295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490538"/>
            <a:ext cx="5715000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91"/>
              </a:lnSpc>
              <a:buNone/>
            </a:pPr>
            <a:r>
              <a:rPr lang="en-US" sz="2992" b="1" spc="-6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3. MSIG 행동 프로파일</a:t>
            </a:r>
            <a:endParaRPr lang="en-US" sz="299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0" y="1685925"/>
            <a:ext cx="4533132" cy="27470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8363" y="1138238"/>
            <a:ext cx="1848803" cy="37947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0988" y="2009775"/>
            <a:ext cx="4662650" cy="282549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862013"/>
            <a:ext cx="4833938" cy="547688"/>
          </a:xfrm>
          <a:prstGeom prst="rect">
            <a:avLst/>
          </a:prstGeom>
          <a:noFill/>
          <a:ln/>
        </p:spPr>
      </p:sp>
      <p:sp>
        <p:nvSpPr>
          <p:cNvPr id="5" name="Text 1"/>
          <p:cNvSpPr/>
          <p:nvPr/>
        </p:nvSpPr>
        <p:spPr>
          <a:xfrm>
            <a:off x="609600" y="862013"/>
            <a:ext cx="4833938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 로딩 페이지</a:t>
            </a:r>
            <a:endParaRPr lang="en-US" sz="34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297906"/>
            <a:ext cx="3238500" cy="5476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297906"/>
            <a:ext cx="32385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 페이지</a:t>
            </a:r>
            <a:endParaRPr lang="en-US" sz="342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8100" y="671513"/>
            <a:ext cx="6884576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30731" y="1154430"/>
            <a:ext cx="2203066" cy="133502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338" y="2881313"/>
            <a:ext cx="2203066" cy="133502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43520" y="1154430"/>
            <a:ext cx="2203066" cy="133502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77985" y="1154430"/>
            <a:ext cx="2203066" cy="133502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346127" y="2881313"/>
            <a:ext cx="2203066" cy="133502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680579" y="2881313"/>
            <a:ext cx="2203066" cy="133502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rcRect l="0" r="1856" t="0" b="0"/>
          <a:stretch/>
        </p:blipFill>
        <p:spPr>
          <a:xfrm>
            <a:off x="6981825" y="2881313"/>
            <a:ext cx="2162175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38939" y="190500"/>
            <a:ext cx="1138862" cy="23375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2584" y="190500"/>
            <a:ext cx="1138862" cy="233757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26220" y="190500"/>
            <a:ext cx="1138862" cy="233757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69865" y="190500"/>
            <a:ext cx="1138862" cy="233757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138363" y="2617043"/>
            <a:ext cx="1138862" cy="233757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381998" y="2617043"/>
            <a:ext cx="1138862" cy="233757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25643" y="2617043"/>
            <a:ext cx="1138862" cy="233757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869279" y="2617043"/>
            <a:ext cx="1138862" cy="23375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2026-04-28T06:04:30Z</dcterms:created>
  <dcterms:modified xsi:type="dcterms:W3CDTF">2026-04-28T06:04:30Z</dcterms:modified>
</cp:coreProperties>
</file>